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9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</a:rPr>
              <a:t>Blockchain-Assisted Distributed AES Key Lifecycle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</a:rPr>
              <a:t>Management Framework for Secure Healthcare IoT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</a:rPr>
              <a:t>CS 793 – Major Project-I  |  First Round Continuous Evaluation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</a:rPr>
              <a:t>Niraj Kumar (Team Leader) • Piyush Kumar • Kanhaiya Kumar • Prashant Kumar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</a:rPr>
              <a:t>Supervisor: Dr. Bikramjit Sarkar, Professor, Dept. of CSE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JIS College of Engineering  |  Project ID: T4-2026-030  |  9th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Healthcare IoT devices generate highly sensitive patient data (sensors, wearables, cloud servers).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AES-256 protects the data — but centralized management of the AES keys themselves is the weak point.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Centralized key management → single point of failure, insider threats, unauthorized modifications, poor auditability.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Goal: build a distributed, blockchain-assisted framework to manage the complete AES key lifecycle securely.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Study existing centralized &amp; blockchain-assisted key management approaches.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Design a layered architecture: AES-256 for data + blockchain-assisted layer for key governance.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Build a secure key-lifecycle engine: generation, protection, rotation, expiration, archival, recovery.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Implement authentication, RBAC, and audit logging for full accountability.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Evaluate modules through testing; assess blockchain overhead in a later phase.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Proposed System Architecture</a:t>
            </a:r>
            <a:endParaRPr lang="en-US" sz="2200" dirty="0"/>
          </a:p>
        </p:txBody>
      </p:sp>
      <p:pic>
        <p:nvPicPr>
          <p:cNvPr id="3" name="Image 0" descr="/home/claude/project_doc/d_arc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366" y="960120"/>
            <a:ext cx="398422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React.js frontend → Spring Boot backend → MySQL + Blockchain + Smart Contract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Key Lifecycle &amp; Emergency Recovery Workflow</a:t>
            </a:r>
            <a:endParaRPr lang="en-US" sz="2200" dirty="0"/>
          </a:p>
        </p:txBody>
      </p:sp>
      <p:pic>
        <p:nvPicPr>
          <p:cNvPr id="3" name="Image 0" descr="/home/claude/project_doc/d_lifecyc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555" y="960120"/>
            <a:ext cx="7587842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710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Complete state machine covering normal operation, expiration, archival, and controlled recovery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Technology Stack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Frontend (planned)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React.js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Backend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Java 17 + Spring Boot 3.x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Database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MySQL 8.x (JPA/Hibernate)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Security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Spring Security, JWT, BCrypt, AES-256-GCM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Blockchain (planned)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Private/Local Blockchain + Smart Contracts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Dev &amp; Testing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Maven, Git/GitHub, Postman, JUnit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Implementation Status — Phases 1–14 (All Completed)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2346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1–2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Foundation &amp; Core Setup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AES Key Management (Base)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5–6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Security Foundation &amp; Key Protection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7, 11–13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Full Key Lifecycle (Rotate/Expire/Archive/Recovery)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Exception Architecture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Authentication &amp; Authorization (JWT, RBAC)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Audit Logging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Database Transactions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Completed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Experimental Results Summary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20878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Area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AES-256-GCM Encrypt/Decrypt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Passed — correct round-trip, unique ciphertext per operation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Authorization (No/USER/ADMIN JWT)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Passed — 401 / 403 / 200 exactly as expected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Key Rotation (DB verification)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Passed — v1→ROTATED, v2→ACTIVE, active count = 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Key Expiration (scheduler)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Passed — expired keys auto-transitioned to EXPIRED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Key Archival (active-version guard)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Passed — archival of ACTIVE version correctly blocked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Emergency Recovery (invalid transitions)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Passed — invalid transitions rejected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Exception Handling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Passed — structured 404, not a stack trace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Security Improvements vs. Centralized Approach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13106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Review 1 Limitation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Current Status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Single point of failure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Master-key-based key protection layer decouples raw key storage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Unauthorized key modifications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RBAC enforced &amp; verified — non-admin JWTs rejected (403)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Poor auditability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Every key operation logged with actor, action, endpoint, timestamp, result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Manual/error-prone lifecycle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Fully automated state machine + scheduler-driven expiration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Overall Project Roadmap &amp; Current Status</a:t>
            </a:r>
            <a:endParaRPr lang="en-US" sz="2200" dirty="0"/>
          </a:p>
        </p:txBody>
      </p:sp>
      <p:pic>
        <p:nvPicPr>
          <p:cNvPr id="3" name="Image 0" descr="/home/claude/project_doc/d_roadmap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" y="960120"/>
            <a:ext cx="9601200" cy="222590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25917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</a:rPr>
              <a:t>14 / 33 phases complete — full backend security core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Challenges Faced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Guaranteeing exactly one ACTIVE key version during rotation → solved with @Transactional + DB-level verification.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Preventing accidental key exposure → dedicated response DTOs structurally exclude key material.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Coordinating JWT auth with audit logging → correct filter ordering in the security chain.</a:t>
            </a:r>
            <a:endParaRPr lang="en-US" sz="15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Designing safe emergency recovery → independent RecoveryStatus state machine, not direct reactivation.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Future Work Plan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1051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Before 2nd Round Evaluation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15–18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Validation, secure retrieval, advanced rotation, API docs, hardening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Subsequent Evaluations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19–23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Blockchain fundamentals, architecture, smart contracts, integration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Major Project-II (Sem-8)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24–33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Full React.js frontend, user management, UI/UX, full integration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Complete, independently verified AES key-lifecycle management engine built (14/14 planned phases).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Measurable security improvements demonstrated: RBAC enforcement, audit logging, transactional integrity.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Blockchain integration and frontend are next, building on this verified core.</a:t>
            </a:r>
            <a:endParaRPr lang="en-US" sz="1600" dirty="0"/>
          </a:p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Clear, phased roadmap in place through Major Project-II.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9D6EA"/>
                </a:solidFill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</Words>
  <Application>Microsoft Office PowerPoint</Application>
  <PresentationFormat>Widescreen</PresentationFormat>
  <Paragraphs>133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NIRAJ KUMAR</cp:lastModifiedBy>
  <cp:revision>1</cp:revision>
  <dcterms:created xsi:type="dcterms:W3CDTF">2026-09-26T17:06:50Z</dcterms:created>
  <dcterms:modified xsi:type="dcterms:W3CDTF">2026-10-08T06:10:38Z</dcterms:modified>
</cp:coreProperties>
</file>